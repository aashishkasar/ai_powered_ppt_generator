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Agentic AI with Langchain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Simple Chatbot Example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Agentic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Goal-Oriented: AI that breaks down complex tasks into sub-goals.</a:t>
            </a:r>
          </a:p>
          <a:p>
            <a:pPr/>
            <a:r>
              <a:t>Reasoning: Uses a Large Language Model (LLM) to decide what to do next.</a:t>
            </a:r>
          </a:p>
          <a:p>
            <a:pPr/>
            <a:r>
              <a:t>Tool Use: Can select and use external tools (e.g., search, calculator) to achieve goals.</a:t>
            </a:r>
          </a:p>
          <a:p>
            <a:pPr/>
            <a:r>
              <a:t>Iterative Process: Plans, acts, observes, and refines its approach.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Langchain's Role in Agentic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Framework for developing applications powered by LLMs.</a:t>
            </a:r>
          </a:p>
          <a:p>
            <a:pPr/>
            <a:r>
              <a:t>Agents: Core component enabling LLMs to interact with their environment.</a:t>
            </a:r>
          </a:p>
          <a:p>
            <a:pPr/>
            <a:r>
              <a:t>Key Components: LLM (the brain), Tools (the actions), Agent Executor (orchestration).</a:t>
            </a:r>
          </a:p>
          <a:p>
            <a:pPr/>
            <a:r>
              <a:t>Simplifies dynamic decision-making and tool selection for complex tasks.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Chatbot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Goal: Answer user questions, even if requiring external knowledge.</a:t>
            </a:r>
          </a:p>
          <a:p>
            <a:pPr/>
            <a:r>
              <a:t>Tools Used:</a:t>
            </a:r>
          </a:p>
          <a:p>
            <a:pPr lvl="1"/>
            <a:r>
              <a:t>- LLM (e.g., OpenAI GPT-3.5) for reasoning.</a:t>
            </a:r>
          </a:p>
          <a:p>
            <a:pPr lvl="1"/>
            <a:r>
              <a:t>- Search Tool (e.g., Google Search API) for external data.</a:t>
            </a:r>
          </a:p>
          <a:p>
            <a:pPr/>
            <a:r>
              <a:t>Example Process:</a:t>
            </a:r>
          </a:p>
          <a:p>
            <a:pPr lvl="1"/>
            <a:r>
              <a:t>1. User asks: 'What is the population of Tokyo?'</a:t>
            </a:r>
          </a:p>
          <a:p>
            <a:pPr lvl="1"/>
            <a:r>
              <a:t>2. Agent reasons: 'I need a search tool to find this information.'</a:t>
            </a:r>
          </a:p>
          <a:p>
            <a:pPr lvl="1"/>
            <a:r>
              <a:t>3. Agent uses Search Tool: Queries 'population of Tokyo'.</a:t>
            </a:r>
          </a:p>
          <a:p>
            <a:pPr lvl="1"/>
            <a:r>
              <a:t>4. Agent synthesizes: Provides the answer based on search results.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an Agent (Conceptual)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Conceptual Langchain Code Snippet:</a:t>
            </a:r>
          </a:p>
          <a:p>
            <a:pPr/>
            <a:r>
              <a:t>Agentic AI empowers LLMs to go beyond simple text generation.</a:t>
            </a:r>
          </a:p>
          <a:p>
            <a:pPr/>
            <a:r>
              <a:t>Langchain simplifies the creation of such intelligent systems.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br/>
            <a:pPr>
              <a:defRPr sz="1080">
                <a:latin typeface="Consolas"/>
              </a:defRPr>
            </a:pPr>
            <a:r>
              <a:t>from langchain.llms import OpenAI</a:t>
            </a:r>
            <a:br/>
            <a:r>
              <a:t>from langchain.agents import initialize_agent, Tool</a:t>
            </a:r>
            <a:br/>
            <a:r>
              <a:t>from langchain.agents import AgentType</a:t>
            </a:r>
            <a:br/>
            <a:br/>
            <a:r>
              <a:t># 1. Define your LLM</a:t>
            </a:r>
            <a:br/>
            <a:r>
              <a:t>llm = OpenAI(temperature=0)</a:t>
            </a:r>
            <a:br/>
            <a:br/>
            <a:r>
              <a:t># 2. Define your tools</a:t>
            </a:r>
            <a:br/>
            <a:r>
              <a:t>tools = [</a:t>
            </a:r>
            <a:br/>
            <a:r>
              <a:t>    Tool(</a:t>
            </a:r>
            <a:br/>
            <a:r>
              <a:t>        name="Search",</a:t>
            </a:r>
            <a:br/>
            <a:r>
              <a:t>        func=lambda query: "Search results for " + query, # Placeholder for actual search</a:t>
            </a:r>
            <a:br/>
            <a:r>
              <a:t>        description="useful for when you need to answer questions about current events or facts"</a:t>
            </a:r>
            <a:br/>
            <a:r>
              <a:t>    )</a:t>
            </a:r>
            <a:br/>
            <a:r>
              <a:t>]</a:t>
            </a:r>
            <a:br/>
            <a:br/>
            <a:r>
              <a:t># 3. Initialize the agent</a:t>
            </a:r>
            <a:br/>
            <a:r>
              <a:t>agent = initialize_agent(tools, llm, agent=AgentType.ZERO_SHOT_REACT_DESCRIPTION, verbose=True)</a:t>
            </a:r>
            <a:br/>
            <a:br/>
            <a:r>
              <a:t># 4. Run the agent with a query</a:t>
            </a:r>
            <a:br/>
            <a:r>
              <a:t># agent.run("What is the capital of France and its current population?")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